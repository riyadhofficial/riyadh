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9"/>
  </p:normalViewPr>
  <p:slideViewPr>
    <p:cSldViewPr snapToGrid="0" snapToObjects="1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mit-nlp/MITIE" TargetMode="External"/><Relationship Id="rId3" Type="http://schemas.openxmlformats.org/officeDocument/2006/relationships/hyperlink" Target="https://spacy.io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smtClean="0">
                <a:solidFill>
                  <a:schemeClr val="bg1"/>
                </a:solidFill>
              </a:rPr>
              <a:t>RASA-AI</a:t>
            </a:r>
            <a:endParaRPr lang="en-US" sz="88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PROCESS BREAK-DOWN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691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50047"/>
            <a:ext cx="9905998" cy="1478570"/>
          </a:xfrm>
        </p:spPr>
        <p:txBody>
          <a:bodyPr>
            <a:noAutofit/>
          </a:bodyPr>
          <a:lstStyle/>
          <a:p>
            <a:r>
              <a:rPr lang="en-US" b="1" dirty="0"/>
              <a:t>Rasa — A </a:t>
            </a:r>
            <a:r>
              <a:rPr lang="en-US" b="1" dirty="0" err="1"/>
              <a:t>chatbot</a:t>
            </a:r>
            <a:r>
              <a:rPr lang="en-US" b="1" dirty="0"/>
              <a:t> solution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09" y="1671418"/>
            <a:ext cx="9905999" cy="3541714"/>
          </a:xfrm>
        </p:spPr>
        <p:txBody>
          <a:bodyPr>
            <a:noAutofit/>
          </a:bodyPr>
          <a:lstStyle/>
          <a:p>
            <a:r>
              <a:rPr lang="en-US" sz="2800" dirty="0"/>
              <a:t>Rasa provides a set of tools to build a complete </a:t>
            </a:r>
            <a:r>
              <a:rPr lang="en-US" sz="2800" dirty="0" err="1"/>
              <a:t>chatbot</a:t>
            </a:r>
            <a:r>
              <a:rPr lang="en-US" sz="2800" dirty="0"/>
              <a:t> at your local desktop and completely free. Their flagship tools are,</a:t>
            </a:r>
          </a:p>
          <a:p>
            <a:r>
              <a:rPr lang="en-US" sz="2800" b="1" dirty="0"/>
              <a:t>Rasa NLU</a:t>
            </a:r>
            <a:r>
              <a:rPr lang="en-US" sz="2800" dirty="0"/>
              <a:t>: A natural language understanding solution which takes the user input and tries to infer the intent and extract the available entities.</a:t>
            </a:r>
          </a:p>
          <a:p>
            <a:r>
              <a:rPr lang="en-US" sz="2800" b="1" dirty="0"/>
              <a:t>Rasa Core</a:t>
            </a:r>
            <a:r>
              <a:rPr lang="en-US" sz="2800" dirty="0"/>
              <a:t>: A dialog management solution tries to build a probability model which decides the set of actions to perform based on the previous set of user inputs.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989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40146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b="1" dirty="0"/>
              <a:t>Key Parameters	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07747"/>
            <a:ext cx="9905999" cy="3541714"/>
          </a:xfrm>
        </p:spPr>
        <p:txBody>
          <a:bodyPr>
            <a:noAutofit/>
          </a:bodyPr>
          <a:lstStyle/>
          <a:p>
            <a:r>
              <a:rPr lang="en-US" sz="2800" dirty="0"/>
              <a:t>Intent </a:t>
            </a:r>
            <a:r>
              <a:rPr lang="mr-IN" sz="2800" dirty="0"/>
              <a:t>–</a:t>
            </a:r>
            <a:r>
              <a:rPr lang="en-US" sz="2800" dirty="0"/>
              <a:t> Things we Expect</a:t>
            </a:r>
          </a:p>
          <a:p>
            <a:r>
              <a:rPr lang="en-US" sz="2800" dirty="0"/>
              <a:t>Actions </a:t>
            </a:r>
            <a:r>
              <a:rPr lang="mr-IN" sz="2800" dirty="0"/>
              <a:t>–</a:t>
            </a:r>
            <a:r>
              <a:rPr lang="en-US" sz="2800" dirty="0"/>
              <a:t> Things the Bot can do</a:t>
            </a:r>
          </a:p>
          <a:p>
            <a:r>
              <a:rPr lang="en-US" sz="2800" dirty="0"/>
              <a:t>Templates </a:t>
            </a:r>
            <a:r>
              <a:rPr lang="mr-IN" sz="2800" dirty="0"/>
              <a:t>–</a:t>
            </a:r>
            <a:r>
              <a:rPr lang="en-US" sz="2800" dirty="0"/>
              <a:t> Templates on Bot in which they appear on questions</a:t>
            </a:r>
          </a:p>
          <a:p>
            <a:r>
              <a:rPr lang="en-US" sz="2800" dirty="0"/>
              <a:t>Entities </a:t>
            </a:r>
            <a:r>
              <a:rPr lang="mr-IN" sz="2800" dirty="0"/>
              <a:t>–</a:t>
            </a:r>
            <a:r>
              <a:rPr lang="en-US" sz="2800" dirty="0"/>
              <a:t> Word which can be extract from messages</a:t>
            </a:r>
          </a:p>
          <a:p>
            <a:r>
              <a:rPr lang="en-US" sz="2800" dirty="0"/>
              <a:t>Slot </a:t>
            </a:r>
            <a:r>
              <a:rPr lang="mr-IN" sz="2800" dirty="0"/>
              <a:t>–</a:t>
            </a:r>
            <a:r>
              <a:rPr lang="en-US" sz="2800" dirty="0"/>
              <a:t> Info to keep track during conversation (User Age etc.)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19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Rasa uses two “</a:t>
            </a:r>
            <a:r>
              <a:rPr lang="en-US" dirty="0" smtClean="0"/>
              <a:t>language </a:t>
            </a:r>
            <a:r>
              <a:rPr lang="en-US" dirty="0"/>
              <a:t>models”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NLP TASK</a:t>
            </a:r>
            <a:r>
              <a:rPr lang="en-US" dirty="0" smtClean="0"/>
              <a:t> </a:t>
            </a:r>
            <a:r>
              <a:rPr lang="en-US" dirty="0" smtClean="0"/>
              <a:t>Pipeline - </a:t>
            </a:r>
            <a:r>
              <a:rPr lang="en-US" dirty="0"/>
              <a:t> </a:t>
            </a:r>
            <a:r>
              <a:rPr lang="en-US" dirty="0">
                <a:hlinkClick r:id="rId2"/>
              </a:rPr>
              <a:t>MITie</a:t>
            </a:r>
            <a:r>
              <a:rPr lang="en-US" dirty="0"/>
              <a:t> and </a:t>
            </a:r>
            <a:r>
              <a:rPr lang="en-US" dirty="0" smtClean="0">
                <a:hlinkClick r:id="rId3"/>
              </a:rPr>
              <a:t>Spacy</a:t>
            </a:r>
            <a:endParaRPr lang="en-US" dirty="0" smtClean="0"/>
          </a:p>
          <a:p>
            <a:r>
              <a:rPr lang="en-US" dirty="0"/>
              <a:t>Mitie and Spacy are very different libraries from each other: the first </a:t>
            </a:r>
            <a:r>
              <a:rPr lang="en-US" dirty="0" err="1"/>
              <a:t>oneuses</a:t>
            </a:r>
            <a:r>
              <a:rPr lang="en-US" dirty="0"/>
              <a:t> more general-purpose language models, and therefore very slow to train, while Spacy uses more task specific models, and is very fast to train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0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45251"/>
            <a:ext cx="9905998" cy="1478570"/>
          </a:xfrm>
        </p:spPr>
        <p:txBody>
          <a:bodyPr/>
          <a:lstStyle/>
          <a:p>
            <a:r>
              <a:rPr lang="en-US" b="1" dirty="0" smtClean="0"/>
              <a:t>MITIE PIPELINE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7032"/>
            <a:ext cx="9905999" cy="3541714"/>
          </a:xfrm>
        </p:spPr>
        <p:txBody>
          <a:bodyPr>
            <a:noAutofit/>
          </a:bodyPr>
          <a:lstStyle/>
          <a:p>
            <a:r>
              <a:rPr lang="en-US" sz="2800" dirty="0"/>
              <a:t>MITIE is an open sourced information extraction tools developed by MIT NLP lab, it comes with trained </a:t>
            </a:r>
            <a:r>
              <a:rPr lang="en-US" sz="2800" dirty="0" smtClean="0"/>
              <a:t>models </a:t>
            </a:r>
            <a:r>
              <a:rPr lang="en-US" sz="2800" dirty="0"/>
              <a:t>for English and Spanish. </a:t>
            </a:r>
            <a:endParaRPr lang="en-US" sz="2800" dirty="0" smtClean="0"/>
          </a:p>
          <a:p>
            <a:r>
              <a:rPr lang="en-US" sz="2800" dirty="0" err="1"/>
              <a:t>total_word_feature_extractor</a:t>
            </a:r>
            <a:r>
              <a:rPr lang="en-US" sz="2800" dirty="0"/>
              <a:t> that is knowledgeable about a particular </a:t>
            </a:r>
            <a:r>
              <a:rPr lang="en-US" sz="2800" dirty="0" smtClean="0"/>
              <a:t>language (Ex: English),</a:t>
            </a:r>
            <a:r>
              <a:rPr lang="en-US" sz="2800" dirty="0"/>
              <a:t> MITIE comes with a </a:t>
            </a:r>
            <a:r>
              <a:rPr lang="en-US" sz="2800" dirty="0" err="1" smtClean="0"/>
              <a:t>total_word_feature_extractor</a:t>
            </a:r>
            <a:endParaRPr lang="en-US" sz="2800" dirty="0" smtClean="0"/>
          </a:p>
          <a:p>
            <a:r>
              <a:rPr lang="en-US" sz="2800" dirty="0"/>
              <a:t>This function does the work of </a:t>
            </a:r>
            <a:r>
              <a:rPr lang="en-US" sz="2800" dirty="0" smtClean="0"/>
              <a:t>training</a:t>
            </a:r>
            <a:r>
              <a:rPr lang="en-US" sz="2800" dirty="0"/>
              <a:t> </a:t>
            </a:r>
            <a:r>
              <a:rPr lang="en-US" sz="2800" dirty="0" smtClean="0"/>
              <a:t>&amp; </a:t>
            </a:r>
            <a:r>
              <a:rPr lang="en-US" sz="2800" dirty="0"/>
              <a:t>it can take a long time to </a:t>
            </a:r>
            <a:r>
              <a:rPr lang="en-US" sz="2800" dirty="0" smtClean="0"/>
              <a:t>run</a:t>
            </a:r>
          </a:p>
          <a:p>
            <a:r>
              <a:rPr lang="en-US" sz="2800" dirty="0" smtClean="0"/>
              <a:t>Hence we implement Spacy to train a model within timestamp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147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03358"/>
            <a:ext cx="9905998" cy="1478570"/>
          </a:xfrm>
        </p:spPr>
        <p:txBody>
          <a:bodyPr/>
          <a:lstStyle/>
          <a:p>
            <a:r>
              <a:rPr lang="en-US" b="1" dirty="0"/>
              <a:t>Spacy-</a:t>
            </a:r>
            <a:r>
              <a:rPr lang="en-US" b="1" dirty="0" err="1"/>
              <a:t>SKlearn</a:t>
            </a:r>
            <a:r>
              <a:rPr lang="en-US" b="1" dirty="0"/>
              <a:t>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534" y="1503254"/>
            <a:ext cx="9905999" cy="3541714"/>
          </a:xfrm>
        </p:spPr>
        <p:txBody>
          <a:bodyPr>
            <a:noAutofit/>
          </a:bodyPr>
          <a:lstStyle/>
          <a:p>
            <a:r>
              <a:rPr lang="en-US" sz="2800" dirty="0"/>
              <a:t>["</a:t>
            </a:r>
            <a:r>
              <a:rPr lang="en-US" sz="2800" dirty="0" err="1"/>
              <a:t>nlp_spacy</a:t>
            </a:r>
            <a:r>
              <a:rPr lang="en-US" sz="2800" dirty="0"/>
              <a:t>", "</a:t>
            </a:r>
            <a:r>
              <a:rPr lang="en-US" sz="2800" dirty="0" err="1"/>
              <a:t>tokenizer_spacy</a:t>
            </a:r>
            <a:r>
              <a:rPr lang="en-US" sz="2800" dirty="0"/>
              <a:t>", "</a:t>
            </a:r>
            <a:r>
              <a:rPr lang="en-US" sz="2800" dirty="0" err="1"/>
              <a:t>intent_entity_featurizer_regex</a:t>
            </a:r>
            <a:r>
              <a:rPr lang="en-US" sz="2800" dirty="0"/>
              <a:t>", "</a:t>
            </a:r>
            <a:r>
              <a:rPr lang="en-US" sz="2800" dirty="0" err="1"/>
              <a:t>intent_featurizer_spacy</a:t>
            </a:r>
            <a:r>
              <a:rPr lang="en-US" sz="2800" dirty="0"/>
              <a:t>", "</a:t>
            </a:r>
            <a:r>
              <a:rPr lang="en-US" sz="2800" dirty="0" err="1"/>
              <a:t>ner_crf</a:t>
            </a:r>
            <a:r>
              <a:rPr lang="en-US" sz="2800" dirty="0"/>
              <a:t>", "</a:t>
            </a:r>
            <a:r>
              <a:rPr lang="en-US" sz="2800" dirty="0" err="1"/>
              <a:t>ner_synonyms</a:t>
            </a:r>
            <a:r>
              <a:rPr lang="en-US" sz="2800" dirty="0"/>
              <a:t>", "</a:t>
            </a:r>
            <a:r>
              <a:rPr lang="en-US" sz="2800" dirty="0" err="1"/>
              <a:t>intent_classifier_sklearn</a:t>
            </a:r>
            <a:r>
              <a:rPr lang="en-US" sz="2800" dirty="0" smtClean="0"/>
              <a:t>"]</a:t>
            </a:r>
          </a:p>
          <a:p>
            <a:r>
              <a:rPr lang="en-US" sz="2800" dirty="0"/>
              <a:t>components are the </a:t>
            </a:r>
            <a:r>
              <a:rPr lang="en-US" sz="2800" b="1" i="1" dirty="0" err="1"/>
              <a:t>intent_classifier_sklearn</a:t>
            </a:r>
            <a:r>
              <a:rPr lang="en-US" sz="2800" i="1" dirty="0"/>
              <a:t> </a:t>
            </a:r>
            <a:r>
              <a:rPr lang="en-US" sz="2800" dirty="0"/>
              <a:t>which uses an SVM on sentence features (based on word2vec) and the </a:t>
            </a:r>
            <a:r>
              <a:rPr lang="en-US" sz="2800" b="1" i="1" dirty="0" err="1"/>
              <a:t>ner_crf</a:t>
            </a:r>
            <a:r>
              <a:rPr lang="en-US" sz="2800" i="1" dirty="0"/>
              <a:t> and </a:t>
            </a:r>
            <a:r>
              <a:rPr lang="en-US" sz="2800" b="1" i="1" dirty="0" err="1"/>
              <a:t>ner_synonyms</a:t>
            </a:r>
            <a:r>
              <a:rPr lang="en-US" sz="2800" i="1" dirty="0"/>
              <a:t> </a:t>
            </a:r>
            <a:r>
              <a:rPr lang="en-US" sz="2800" dirty="0"/>
              <a:t>which predict the entities. </a:t>
            </a:r>
            <a:endParaRPr lang="en-US" sz="2800" dirty="0" smtClean="0"/>
          </a:p>
          <a:p>
            <a:r>
              <a:rPr lang="en-US" sz="2800" dirty="0"/>
              <a:t>The above components are fed with features by the “</a:t>
            </a:r>
            <a:r>
              <a:rPr lang="en-US" sz="2800" dirty="0" err="1"/>
              <a:t>intent_entity_featurizer_regex</a:t>
            </a:r>
            <a:r>
              <a:rPr lang="en-US" sz="2800" dirty="0"/>
              <a:t>” (regex features) and the “</a:t>
            </a:r>
            <a:r>
              <a:rPr lang="en-US" sz="2800" dirty="0" err="1"/>
              <a:t>intent_featurizer_spacy</a:t>
            </a:r>
            <a:r>
              <a:rPr lang="en-US" sz="2800" dirty="0"/>
              <a:t>” (word2vec features).</a:t>
            </a:r>
          </a:p>
        </p:txBody>
      </p:sp>
    </p:spTree>
    <p:extLst>
      <p:ext uri="{BB962C8B-B14F-4D97-AF65-F5344CB8AC3E}">
        <p14:creationId xmlns:p14="http://schemas.microsoft.com/office/powerpoint/2010/main" val="4044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Integrating with </a:t>
            </a:r>
            <a:r>
              <a:rPr lang="en-US" sz="4000" b="1" dirty="0" err="1" smtClean="0"/>
              <a:t>tensorflow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1" y="1383213"/>
            <a:ext cx="9905999" cy="3541714"/>
          </a:xfrm>
        </p:spPr>
        <p:txBody>
          <a:bodyPr>
            <a:noAutofit/>
          </a:bodyPr>
          <a:lstStyle/>
          <a:p>
            <a:r>
              <a:rPr lang="en-US" sz="2800" dirty="0" err="1"/>
              <a:t>TensorFlow</a:t>
            </a:r>
            <a:r>
              <a:rPr lang="en-US" sz="2800" dirty="0"/>
              <a:t> pipeline makes it possible to train models which can assign two or </a:t>
            </a:r>
            <a:r>
              <a:rPr lang="en-US" sz="2800" dirty="0" smtClean="0"/>
              <a:t>more </a:t>
            </a:r>
            <a:r>
              <a:rPr lang="en-US" sz="2800" dirty="0"/>
              <a:t>intents to a single input </a:t>
            </a:r>
            <a:r>
              <a:rPr lang="en-US" sz="2800" dirty="0" smtClean="0"/>
              <a:t>message</a:t>
            </a:r>
          </a:p>
          <a:p>
            <a:r>
              <a:rPr lang="en-US" sz="2800" dirty="0" smtClean="0"/>
              <a:t>For example:</a:t>
            </a:r>
          </a:p>
          <a:p>
            <a:pPr lvl="1"/>
            <a:r>
              <a:rPr lang="en-US" sz="2800" dirty="0" smtClean="0"/>
              <a:t> </a:t>
            </a:r>
            <a:r>
              <a:rPr lang="en-US" sz="2800" dirty="0"/>
              <a:t>when a user says “Yes, make a booking. Can you also book me a taxi from the airport to the hotel?" there are two intentions - confirmation that the booking should be made and an additional request to book a taxi. We can model such inputs by assigning them multi-intents, which in the example above would be </a:t>
            </a:r>
            <a:r>
              <a:rPr lang="en-US" sz="2800" dirty="0" err="1"/>
              <a:t>confirm+book_taxi</a:t>
            </a:r>
            <a:r>
              <a:rPr lang="en-US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2838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319</TotalTime>
  <Words>276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Mangal</vt:lpstr>
      <vt:lpstr>Trebuchet MS</vt:lpstr>
      <vt:lpstr>Tw Cen MT</vt:lpstr>
      <vt:lpstr>Arial</vt:lpstr>
      <vt:lpstr>Circuit</vt:lpstr>
      <vt:lpstr>RASA-AI</vt:lpstr>
      <vt:lpstr>Rasa — A chatbot solution  </vt:lpstr>
      <vt:lpstr>Key Parameters  </vt:lpstr>
      <vt:lpstr>Rasa uses two “language models”</vt:lpstr>
      <vt:lpstr>MITIE PIPELINE</vt:lpstr>
      <vt:lpstr>Spacy-SKlearn pipeline</vt:lpstr>
      <vt:lpstr>Integrating with tensorflow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RASA AI</dc:title>
  <dc:creator>Microsoft Office User</dc:creator>
  <cp:lastModifiedBy>Microsoft Office User</cp:lastModifiedBy>
  <cp:revision>9</cp:revision>
  <dcterms:created xsi:type="dcterms:W3CDTF">2018-12-22T07:51:20Z</dcterms:created>
  <dcterms:modified xsi:type="dcterms:W3CDTF">2018-12-24T11:27:45Z</dcterms:modified>
</cp:coreProperties>
</file>